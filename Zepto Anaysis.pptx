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4630"/>
            <a:ext cx="9144000" cy="993140"/>
          </a:xfrm>
        </p:spPr>
        <p:txBody>
          <a:bodyPr>
            <a:normAutofit fontScale="90000"/>
          </a:bodyPr>
          <a:p>
            <a:r>
              <a:rPr lang="en-US" altLang="en-US"/>
              <a:t>Zepto Anaysis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6710" y="1092835"/>
            <a:ext cx="3893820" cy="487045"/>
          </a:xfrm>
        </p:spPr>
        <p:txBody>
          <a:bodyPr>
            <a:noAutofit/>
          </a:bodyPr>
          <a:p>
            <a:r>
              <a:rPr lang="en-US" altLang="en-US" sz="2800" b="1"/>
              <a:t>Business Requirements</a:t>
            </a:r>
            <a:endParaRPr lang="en-US" altLang="en-US" sz="2800" b="1"/>
          </a:p>
        </p:txBody>
      </p:sp>
      <p:sp>
        <p:nvSpPr>
          <p:cNvPr id="5" name="Text Box 4"/>
          <p:cNvSpPr txBox="1"/>
          <p:nvPr/>
        </p:nvSpPr>
        <p:spPr>
          <a:xfrm>
            <a:off x="449580" y="1580515"/>
            <a:ext cx="11259185" cy="7797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+mn-ea"/>
              </a:rPr>
              <a:t>To conduct a comprehensive analysis of Blinkit's sales performance, customer satisfaction, and inventory distribution to identify key insights and opportunities for optimization using various KPIs and visualizations in Power BI</a:t>
            </a:r>
            <a:endParaRPr lang="en-US" b="1" dirty="0">
              <a:solidFill>
                <a:schemeClr val="accent6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48945" y="2267585"/>
            <a:ext cx="8695055" cy="558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  <a:sym typeface="+mn-ea"/>
              </a:rPr>
              <a:t>KPI’s Requirements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37210" y="2991485"/>
            <a:ext cx="8606790" cy="1937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Total Sales</a:t>
            </a: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: The overall revenue generated from all items sold.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Average Sales</a:t>
            </a: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: The average revenue per sale.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Number of Items</a:t>
            </a: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: The total count of different items sold.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Average Rating</a:t>
            </a: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: The average customer rating for items sold.</a:t>
            </a:r>
            <a:endParaRPr lang="en-US" altLang="en-US" dirty="0">
              <a:ln>
                <a:noFill/>
              </a:ln>
              <a:effectLst/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8815"/>
            <a:ext cx="10515600" cy="1012190"/>
          </a:xfrm>
        </p:spPr>
        <p:txBody>
          <a:bodyPr/>
          <a:p>
            <a:r>
              <a:rPr lang="en-US"/>
              <a:t>Granular Requirements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1. Total Sales by Fat Content</a:t>
            </a: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	</a:t>
            </a:r>
            <a:r>
              <a:rPr lang="en-US" altLang="en-US" dirty="0">
                <a:ln>
                  <a:noFill/>
                </a:ln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effectLst/>
                <a:sym typeface="+mn-ea"/>
              </a:rPr>
              <a:t>Objective: Analyze the impact of fat content on total sales.</a:t>
            </a:r>
            <a:endParaRPr kumimoji="0" lang="en-US" altLang="en-US" i="0" u="none" strike="noStrike" cap="none" normalizeH="0" baseline="0" dirty="0">
              <a:ln>
                <a:noFill/>
              </a:ln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n>
                  <a:noFill/>
                </a:ln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effectLst/>
                <a:sym typeface="+mn-ea"/>
              </a:rPr>
              <a:t>	Additional KPI Metrics: Assess how other KPIs (Average Sales, Number of Items, Average Rating) vary with fat content.</a:t>
            </a:r>
            <a:endParaRPr kumimoji="0" lang="en-US" altLang="en-US" i="0" u="none" strike="noStrike" cap="none" normalizeH="0" baseline="0" dirty="0">
              <a:ln>
                <a:noFill/>
              </a:ln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2. Total Sales by Item Type</a:t>
            </a: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	</a:t>
            </a:r>
            <a:r>
              <a:rPr lang="en-US" altLang="en-US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Objective: Identify the performance of different item types in terms of total sales.</a:t>
            </a:r>
            <a:endParaRPr lang="en-US" altLang="en-US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n>
                  <a:noFill/>
                </a:ln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effectLst/>
                <a:sym typeface="+mn-ea"/>
              </a:rPr>
              <a:t>	Additional KPI Metrics: Assess how other KPIs (Average Sales, Number of Items, Average Rating) vary with fat content.</a:t>
            </a:r>
            <a:endParaRPr lang="en-US" altLang="en-US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3. Fat Content by Outlet for Total Sales</a:t>
            </a: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+mn-ea"/>
              </a:rPr>
              <a:t>	</a:t>
            </a:r>
            <a:r>
              <a:rPr lang="en-US" altLang="en-US" dirty="0">
                <a:solidFill>
                  <a:schemeClr val="tx1"/>
                </a:solidFill>
                <a:sym typeface="+mn-ea"/>
              </a:rPr>
              <a:t>Objective: Compare total sales across different outlets segmented by fat content.</a:t>
            </a:r>
            <a:endParaRPr lang="en-US" altLang="en-US" dirty="0">
              <a:solidFill>
                <a:schemeClr val="tx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	Additional KPI Metrics: Assess how other KPIs (Average Sales, Number of Items, Average Rating) vary with fat content.</a:t>
            </a:r>
            <a:endParaRPr lang="en-US" altLang="en-US" dirty="0">
              <a:solidFill>
                <a:schemeClr val="tx1"/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4. Total Sales by Outlet Establishment</a:t>
            </a:r>
            <a:r>
              <a:rPr lang="en-US" altLang="en-US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	</a:t>
            </a:r>
            <a:r>
              <a:rPr lang="en-US" altLang="en-US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Objective: Evaluate how the age or type of outlet establishment influences total sales.</a:t>
            </a:r>
            <a:endParaRPr lang="en-US" altLang="en-US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en-US" altLang="en-US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890" y="1690370"/>
            <a:ext cx="10515600" cy="4565015"/>
          </a:xfrm>
        </p:spPr>
        <p:txBody>
          <a:bodyPr>
            <a:normAutofit lnSpcReduction="10000"/>
          </a:bodyPr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sym typeface="+mn-ea"/>
              </a:rPr>
              <a:t>5. Percentage of Sales by Outlet Size:</a:t>
            </a:r>
            <a:endParaRPr lang="en-US" altLang="en-US" sz="2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sym typeface="+mn-ea"/>
              </a:rPr>
              <a:t>	</a:t>
            </a:r>
            <a:r>
              <a:rPr lang="en-US" altLang="en-US" sz="20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Objective: Analyze the correlation between outlet size and total sales.</a:t>
            </a:r>
            <a:endParaRPr lang="en-US" altLang="en-US" sz="20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sym typeface="+mn-ea"/>
              </a:rPr>
              <a:t>6.</a:t>
            </a:r>
            <a:r>
              <a:rPr lang="en-US" altLang="en-US" sz="2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sym typeface="+mn-ea"/>
              </a:rPr>
              <a:t> Sales by Outlet Location:</a:t>
            </a:r>
            <a:endParaRPr lang="en-US" altLang="en-US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sym typeface="+mn-ea"/>
              </a:rPr>
              <a:t>	</a:t>
            </a:r>
            <a:r>
              <a:rPr lang="en-US" altLang="en-US" sz="20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Objective: Assess the geographic distribution of sales across different locations</a:t>
            </a:r>
            <a:r>
              <a:rPr lang="en-US" altLang="en-US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.</a:t>
            </a:r>
            <a:endParaRPr lang="en-US" altLang="en-US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sym typeface="+mn-ea"/>
              </a:rPr>
              <a:t>7.</a:t>
            </a:r>
            <a:r>
              <a:rPr lang="en-US" altLang="en-US" sz="2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sym typeface="+mn-ea"/>
              </a:rPr>
              <a:t> All Metrics by Outlet Type:</a:t>
            </a:r>
            <a:endParaRPr lang="en-US" altLang="en-US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sym typeface="+mn-ea"/>
              </a:rPr>
              <a:t>	</a:t>
            </a:r>
            <a:r>
              <a:rPr lang="en-US" altLang="en-US" sz="20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Objective: Provide a comprehensive view of all key metrics (Total Sales, Average Sales, Number of 	Items, Average Rating) broken down by different outlet types.</a:t>
            </a:r>
            <a:endParaRPr lang="en-US" altLang="en-US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en-US" altLang="en-US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258570" y="1169670"/>
            <a:ext cx="3596005" cy="5835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1763</Words>
  <Application>WPS Presentation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Arial Rounded MT Bold</vt:lpstr>
      <vt:lpstr>Segoe UI Black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DGD</dc:creator>
  <cp:lastModifiedBy>Viswanadh Pasupula</cp:lastModifiedBy>
  <cp:revision>3</cp:revision>
  <dcterms:created xsi:type="dcterms:W3CDTF">2025-07-23T00:59:00Z</dcterms:created>
  <dcterms:modified xsi:type="dcterms:W3CDTF">2025-11-16T13:30:53Z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40697F2992D14948895830F23CA19125_11</vt:lpwstr>
  </property>
  <property fmtid="{D5CDD505-2E9C-101B-9397-08002B2CF9AE}" pid="3" name="KSOProductBuildVer">
    <vt:lpwstr>1033-12.2.0.23155</vt:lpwstr>
  </property>
</Properties>
</file>